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C_TITL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DecoRect"/>
          <p:cNvSpPr/>
          <p:nvPr/>
        </p:nvSpPr>
        <p:spPr>
          <a:xfrm>
            <a:off x="0" y="0"/>
            <a:ext cx="9144000" cy="10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"/>
          <p:cNvSpPr>
            <a:spLocks noGrp="1"/>
          </p:cNvSpPr>
          <p:nvPr>
            <p:ph type="ctrTitle"/>
          </p:nvPr>
        </p:nvSpPr>
        <p:spPr>
          <a:xfrm>
            <a:off x="457200" y="1500000"/>
            <a:ext cx="8229600" cy="12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ja-JP" sz="3600" b="1" dirty="0">
                <a:solidFill>
                  <a:srgbClr val="FFFFFF"/>
                </a:solidFill>
              </a:rPr>
              <a:t/>
            </a:r>
            <a:endParaRPr lang="ja-JP" sz="3600" dirty="0"/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457200" y="2900000"/>
            <a:ext cx="8229600" cy="6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ja-JP" sz="1800" dirty="0">
                <a:solidFill>
                  <a:srgbClr val="00B4D8"/>
                </a:solidFill>
              </a:rPr>
              <a:t/>
            </a:r>
            <a:endParaRPr lang="ja-JP" sz="1800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C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DecoRect"/>
          <p:cNvSpPr/>
          <p:nvPr/>
        </p:nvSpPr>
        <p:spPr>
          <a:xfrm>
            <a:off x="0" y="0"/>
            <a:ext cx="9144000" cy="100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457200" y="130000"/>
            <a:ext cx="8229600" cy="700000"/>
          </a:xfrm>
          <a:prstGeom prst="rect">
            <a:avLst/>
          </a:prstGeom>
        </p:spPr>
        <p:txBody>
          <a:bodyPr wrap="square" rtlCol="0" anchor="ctr"/>
          <a:lstStyle/>
          <a:p>
            <a:pPr algn="l"/>
            <a:r>
              <a:rPr lang="ja-JP" sz="2600" b="1" dirty="0">
                <a:solidFill>
                  <a:srgbClr val="1A1A2E"/>
                </a:solidFill>
              </a:rPr>
              <a:t/>
            </a:r>
            <a:endParaRPr lang="ja-JP" sz="2600" dirty="0"/>
          </a:p>
        </p:txBody>
      </p:sp>
      <p:sp>
        <p:nvSpPr>
          <p:cNvPr id="11" name="BODY"/>
          <p:cNvSpPr>
            <a:spLocks noGrp="1"/>
          </p:cNvSpPr>
          <p:nvPr>
            <p:ph type="body" idx="1"/>
          </p:nvPr>
        </p:nvSpPr>
        <p:spPr>
          <a:xfrm>
            <a:off x="457200" y="950000"/>
            <a:ext cx="8229600" cy="3600000"/>
          </a:xfrm>
          <a:prstGeom prst="rect">
            <a:avLst/>
          </a:prstGeom>
        </p:spPr>
        <p:txBody>
          <a:bodyPr wrap="square" rtlCol="0" anchor="ctr"/>
          <a:lstStyle/>
          <a:p>
            <a:pPr algn="l"/>
            <a:r>
              <a:rPr lang="ja-JP" sz="1400" dirty="0">
                <a:solidFill>
                  <a:srgbClr val="1A1A2E"/>
                </a:solidFill>
              </a:rPr>
              <a:t/>
            </a:r>
            <a:endParaRPr lang="ja-JP" sz="1400" dirty="0"/>
          </a:p>
        </p:txBody>
      </p:sp>
      <p:sp>
        <p:nvSpPr>
          <p:cNvPr id="12" name="URL"/>
          <p:cNvSpPr>
            <a:spLocks noGrp="1"/>
          </p:cNvSpPr>
          <p:nvPr>
            <p:ph type="body" idx="2"/>
          </p:nvPr>
        </p:nvSpPr>
        <p:spPr>
          <a:xfrm>
            <a:off x="457200" y="4720000"/>
            <a:ext cx="8229600" cy="300000"/>
          </a:xfrm>
          <a:prstGeom prst="rect">
            <a:avLst/>
          </a:prstGeom>
        </p:spPr>
        <p:txBody>
          <a:bodyPr wrap="square" rtlCol="0" anchor="ctr"/>
          <a:lstStyle/>
          <a:p>
            <a:pPr algn="l"/>
            <a:r>
              <a:rPr lang="ja-JP" sz="1000" dirty="0">
                <a:solidFill>
                  <a:srgbClr val="606060"/>
                </a:solidFill>
              </a:rPr>
              <a:t/>
            </a:r>
            <a:endParaRPr lang="ja-JP" sz="1000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C_SECTION">
    <p:bg>
      <p:bgPr>
        <a:solidFill>
          <a:srgbClr val="008B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457200" y="1800000"/>
            <a:ext cx="8229600" cy="12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ja-JP" sz="3200" b="1" dirty="0">
                <a:solidFill>
                  <a:srgbClr val="FFFFFF"/>
                </a:solidFill>
              </a:rPr>
              <a:t/>
            </a:r>
            <a:endParaRPr lang="ja-JP" sz="3200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